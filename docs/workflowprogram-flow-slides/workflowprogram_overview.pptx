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WorkflowProgram 使用与架构总览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安装步骤、设计哲学、快速使用、文件结构、运行过程与维护说明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0690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4114800"/>
            <a:ext cx="149961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安装步骤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40690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4114800"/>
            <a:ext cx="149961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40690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4114800"/>
            <a:ext cx="149961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快速使用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40690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4114800"/>
            <a:ext cx="149961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文件结构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58200" y="40690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4114800"/>
            <a:ext cx="149961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3A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运行过程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78440" y="4069080"/>
            <a:ext cx="1097280" cy="658368"/>
          </a:xfrm>
          <a:prstGeom prst="roundRect">
            <a:avLst>
              <a:gd name="adj" fmla="val 6944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51592" y="4114800"/>
            <a:ext cx="95097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维护说明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33172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WorkflowProgram-CN 是一个为 Claude Code 生态设计和维护工作流的元工作流仓库。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15768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它产出的核心不是业务代码，而是一套可交付到目标项目的 `.claude/` 工作流资产与验证链。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09981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当前能力已经扩展到：workflow-lowlevel 持久化、阶段进展追踪、运行宿主抽象、矩阵化 smoke 与文档真源治理。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0" y="5943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WorkflowProgram-CN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安装步骤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当前稳定支持的是 build plugin -&gt; claude --plugin-dir 的安装方式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1965960" cy="804672"/>
          </a:xfrm>
          <a:prstGeom prst="roundRect">
            <a:avLst>
              <a:gd name="adj" fmla="val 5682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17320"/>
            <a:ext cx="18196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克隆仓库并校验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063240" y="1371600"/>
            <a:ext cx="1965960" cy="804672"/>
          </a:xfrm>
          <a:prstGeom prst="roundRect">
            <a:avLst>
              <a:gd name="adj" fmla="val 5682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1417320"/>
            <a:ext cx="18196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 dist/plugin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394960" y="1371600"/>
            <a:ext cx="2788920" cy="804672"/>
          </a:xfrm>
          <a:prstGeom prst="roundRect">
            <a:avLst>
              <a:gd name="adj" fmla="val 5682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8112" y="1417320"/>
            <a:ext cx="264261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--plugin-dir 启动 Claude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49640" y="1371600"/>
            <a:ext cx="2697480" cy="804672"/>
          </a:xfrm>
          <a:prstGeom prst="roundRect">
            <a:avLst>
              <a:gd name="adj" fmla="val 5682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1417320"/>
            <a:ext cx="255117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workflowprogram-* 入口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1773936"/>
            <a:ext cx="3657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773936"/>
            <a:ext cx="36576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83880" y="1773936"/>
            <a:ext cx="36576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27432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2788920"/>
            <a:ext cx="996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核心命令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154680"/>
            <a:ext cx="562356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00400"/>
            <a:ext cx="5477256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clone https://github.com/Logic70/WorkflowProgram-CN.git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WorkflowProgram-CN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.claude/scripts/validate-workflow.py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tools/build_plugin.py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--plugin-dir /abs/path/to/dist/plugin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74320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2788920"/>
            <a:ext cx="12710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支持的安装通道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154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Source Build：源码仓内运行 build_plugin.py，再加载 dist/plugin。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35021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Release Package：解压 release 附件里的 plugin/ 目录，再用 --plugin-dir 加载。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3849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不建议把 dist/plugin 直接复制到用户 ~/.claude 当作稳定安装方式。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48006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846320"/>
            <a:ext cx="996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5212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3.10+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55046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Claude Code CLI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57972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60899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Node.js 20+ 仅在需要重新生成 PPT 时使用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设计哲学与概念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三根目录、三类设计产物、S0-S6 阶段模型是这套架构的骨架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10424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三根目录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2423160" cy="804672"/>
          </a:xfrm>
          <a:prstGeom prst="roundRect">
            <a:avLst>
              <a:gd name="adj" fmla="val 5682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920240"/>
            <a:ext cx="22768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PLUGIN_ROOT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插件模板、脚本、skills 来源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2423160" cy="804672"/>
          </a:xfrm>
          <a:prstGeom prst="roundRect">
            <a:avLst>
              <a:gd name="adj" fmla="val 5682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80360"/>
            <a:ext cx="22768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TARGET_ROOT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目标项目的最终交付位置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2423160" cy="804672"/>
          </a:xfrm>
          <a:prstGeom prst="roundRect">
            <a:avLst>
              <a:gd name="adj" fmla="val 5682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40480"/>
            <a:ext cx="2276856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RUN_ROOT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单次运行的设计与证据目录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03320" y="1325880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1371600"/>
            <a:ext cx="127101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三类设计产物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03320" y="1874520"/>
            <a:ext cx="2286000" cy="713232"/>
          </a:xfrm>
          <a:prstGeom prst="roundRect">
            <a:avLst>
              <a:gd name="adj" fmla="val 6410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1920240"/>
            <a:ext cx="2139696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workflow-spec.yaml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机器可执行真源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3320" y="2770632"/>
            <a:ext cx="2286000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2816352"/>
            <a:ext cx="2139696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workflow-view.md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只读概览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3538728"/>
            <a:ext cx="228600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3584448"/>
            <a:ext cx="2139696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workflow-lowlevel.md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维护/迭代指导，不覆盖 YAML 语义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325880"/>
            <a:ext cx="1143000" cy="411480"/>
          </a:xfrm>
          <a:prstGeom prst="roundRect">
            <a:avLst>
              <a:gd name="adj" fmla="val 11111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1371600"/>
            <a:ext cx="996696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阶段模型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46520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路由与准备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96328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46136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9288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上下文研究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95944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69096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设计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445752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18904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受控写入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195560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8712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验证判定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945368" y="1874520"/>
            <a:ext cx="713232" cy="777240"/>
          </a:xfrm>
          <a:prstGeom prst="roundRect">
            <a:avLst>
              <a:gd name="adj" fmla="val 6410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018520" y="1920240"/>
            <a:ext cx="566928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经验回流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92240" y="29718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不是所有入口都跑完整 S1-S6，而是由 intent_flows 决定。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33192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develop 跑全链；audit 重点在 S5/S6；iterate 聚焦 S6；validate 聚焦 S5。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92240" y="36667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负责设计与候选生成，Python 脚本负责路由、控制面、判定与状态落盘。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" y="525780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5303520"/>
            <a:ext cx="7680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562356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WorkflowProgram 不是一组 prompt，而是一条“AI 设计 + Python 控制面 + S5 judge”的产品化工作流。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快速使用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推荐让 orchestrate 承接自然语言，再按需要显式进入叶子入口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71600"/>
            <a:ext cx="9509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推荐入口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783080"/>
            <a:ext cx="4160520" cy="841248"/>
          </a:xfrm>
          <a:prstGeom prst="roundRect">
            <a:avLst>
              <a:gd name="adj" fmla="val 5435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828800"/>
            <a:ext cx="401421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/workflowprogram-orchestrate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"为当前项目设计一个 Claude Code 工作流"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325880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371600"/>
            <a:ext cx="11338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显式叶子入口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783080"/>
            <a:ext cx="2697480" cy="841248"/>
          </a:xfrm>
          <a:prstGeom prst="roundRect">
            <a:avLst>
              <a:gd name="adj" fmla="val 5435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828800"/>
            <a:ext cx="255117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/workflowprogram-develop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"创建一个用于每日收集科技新闻的工作流"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178308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828800"/>
            <a:ext cx="127101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/workflowprogram-audit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/path/to/existing-project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12680" y="1783080"/>
            <a:ext cx="1417320" cy="841248"/>
          </a:xfrm>
          <a:prstGeom prst="roundRect">
            <a:avLst>
              <a:gd name="adj" fmla="val 5435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1828800"/>
            <a:ext cx="127101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/workflowprogram-validate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/path/to/existing-project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16002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3200400"/>
            <a:ext cx="14538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一次典型 develop 的结果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584448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RUN_ROOT/workflow-spec.yaml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895344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RUN_ROOT/workflow-view.md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0624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RUN_ROOT/workflow-lowlevel.md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51713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RUN_ROOT/outputs/candidate/.claude/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82803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TARGET_ROOT/.workflowprogram/design/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315468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3200400"/>
            <a:ext cx="9509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审批模式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5844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交互模式：等待人工确认通过 S3 gate。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89320" y="38953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自动模式：使用 --auto-approve 或 CI=true。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42062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状态会区分 approved 与 auto-approved，不混淆人工与自动批准。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507492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5120640"/>
            <a:ext cx="9052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兼容入口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48640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 /develop、/evolve-workflow、/iterate-workflow 仍可用，但当前主路径推荐 workflowprogram-*。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577900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显式 develop 不会跳回 orchestrate；orchestrate 只负责自然语言总入口。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文件结构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同时看仓库结构和目标项目落盘结构，最容易理解工作流边界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9052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仓库结构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55648"/>
            <a:ext cx="43891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01368"/>
            <a:ext cx="4242816" cy="2834640"/>
          </a:xfrm>
          <a:prstGeom prst="rect">
            <a:avLst/>
          </a:prstGeom>
          <a:noFill/>
          <a:ln/>
        </p:spPr>
        <p:txBody>
          <a:bodyPr wrap="square" lIns="1143" tIns="1143" rIns="1143" bIns="1143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WorkflowProgram-CN/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.claude/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dist/plugin/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docs/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openspec/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tests/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tools/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lessons.md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└── validation-report.md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32588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目标项目落盘结构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1755648"/>
            <a:ext cx="521208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1801368"/>
            <a:ext cx="5065776" cy="2834640"/>
          </a:xfrm>
          <a:prstGeom prst="rect">
            <a:avLst/>
          </a:prstGeom>
          <a:noFill/>
          <a:ln/>
        </p:spPr>
        <p:txBody>
          <a:bodyPr wrap="square" lIns="1143" tIns="1143" rIns="1143" bIns="1143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TARGET_ROOT/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├── .claude/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└── .workflowprogram/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├── managed-files.json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├── design/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│   ├── workflow-spec.yaml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│   ├── workflow-view.md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│   └── workflow-lowlevel.md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└── runs/&lt;run-id&gt;/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75488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800600"/>
            <a:ext cx="7680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513892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workflow-spec.yaml：机器真源，决定执行语义、边界、intent_flows、runtime/test contract。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543153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workflow-view.md：从 YAML 渲染的只读概览，方便审查，不作为执行真源。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72414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workflow-lowlevel.md：从 YAML 渲染的维护指导，不允许覆盖 YAML 语义。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60167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managed-files.json：记录哪些目标资产由 WorkflowProgram 托管更新。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运行过程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把从 skill 到脚本链、从 candidate 到 verdict 的主过程压缩成一页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45920"/>
            <a:ext cx="1234440" cy="749808"/>
          </a:xfrm>
          <a:prstGeom prst="roundRect">
            <a:avLst>
              <a:gd name="adj" fmla="val 6098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91640"/>
            <a:ext cx="108813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或显式入口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0280" y="1645920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1691640"/>
            <a:ext cx="14538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workflowprogram-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6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orchestrate / develop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1645920"/>
            <a:ext cx="114300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691640"/>
            <a:ext cx="9966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A9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route-intent.py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1645920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F3E9FF"/>
          </a:solidFill>
          <a:ln w="12700">
            <a:solidFill>
              <a:srgbClr val="C8A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712" y="1691640"/>
            <a:ext cx="14538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3A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workflow-entry.py run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0" y="1645920"/>
            <a:ext cx="1371600" cy="749808"/>
          </a:xfrm>
          <a:prstGeom prst="roundRect">
            <a:avLst>
              <a:gd name="adj" fmla="val 6098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691640"/>
            <a:ext cx="122529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managed-assets.py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1645920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691640"/>
            <a:ext cx="1271016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62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workflow-runner.py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0" y="3063240"/>
            <a:ext cx="1600200" cy="841248"/>
          </a:xfrm>
          <a:prstGeom prst="roundRect">
            <a:avLst>
              <a:gd name="adj" fmla="val 5435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3108960"/>
            <a:ext cx="145389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workflowprogram-validate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13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workflow-s5-judge.py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2011680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40480" y="2011680"/>
            <a:ext cx="32004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03520" y="2011680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23760" y="2011680"/>
            <a:ext cx="3200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15400" y="2011680"/>
            <a:ext cx="3200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966960" y="2395728"/>
            <a:ext cx="0" cy="667512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2960" y="4297680"/>
            <a:ext cx="141732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343400"/>
            <a:ext cx="12710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脚本链内部顺序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validate-workflow-spec.py -&gt; generate-workflow-view.py -&gt; generate-workflow-lowlevel.py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0176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managed-assets.py plan/apply-staged -&gt; workflow-runner.py run -&gt; validate-run-state.py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294376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若 managed apply 冲突，流程停在 S4，不进入 runner，不覆盖目标资产。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58698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真正的 workflow 级 verdict 在 S5 judge，而不是 runner。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运行证据与进展资产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这部分解释为什么它不是黑盒：每次运行都会留下可追踪的状态、事件与用户进展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417320"/>
            <a:ext cx="996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控制面证据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context.json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939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state.json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404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events.jsonl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7157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outputs/stages/runner-summary.json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0266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outputs/stages/s0-route.json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137160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417320"/>
            <a:ext cx="8138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进展资产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51960" y="1783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current-progress.json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20939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milestones.jsonl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24048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user-progress.md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37160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1417320"/>
            <a:ext cx="81381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验证产物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35240" y="17830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transcript.md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20939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validation-runtime-report.md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35240" y="240487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s5-validation-summary.json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35240" y="27157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s6-lessons-delta.md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37947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3840480"/>
            <a:ext cx="1179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阶段进展统一入口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8680" y="4224528"/>
            <a:ext cx="548640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70248"/>
            <a:ext cx="5340096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python3 ${CLAUDE_PLUGIN_ROOT}/scripts/stage-progress.py update ...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20840" y="37947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3840480"/>
            <a:ext cx="9509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运行宿主抽象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422452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claude_cli：正式主路径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4517136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fixture_host：确定性测试宿主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480974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command_adapter：外部宿主适配层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51023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runtime_smoke_matrix.py：统一矩阵复验入口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8680" y="5532120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5577840"/>
            <a:ext cx="63093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5916168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这套运行链是可追踪、可复验、可追责的，不只是“让 AI 跑一遍然后相信它”。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维护说明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修改语义要改哪里，修改后要跑什么，是这页最重要的内容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7680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文档真源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docs/workflowprogram-stage-highlevel-design.md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docs/workflowprogram-stage-lowlevel-design.md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408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docs/workflowprogram-stage-consistency-check.md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6334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docs/workflowprogram-design-status.md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docs/workflowprogram-capability-matrix.json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32588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1371600"/>
            <a:ext cx="7680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修改规则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7556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改执行语义：先改 workflow-spec.yaml。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89320" y="20482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改人类视图：重生成 workflow-view.md。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234086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改维护说明：重生成 workflow-lowlevel.md。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63347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不要只改 view / lowlevel / README 试图改变真实执行语义。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657600"/>
            <a:ext cx="11430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703320"/>
            <a:ext cx="996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常用维护命令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5623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4114800"/>
            <a:ext cx="5477256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.claude/scripts/validate-workflow.py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tools/build_plugin.py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.claude/scripts/validate-workflow-spec.py --spec &lt;spec&gt;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.claude/scripts/validate-workflow-lowlevel.py --spec &lt;spec&gt; --lowlevel &lt;lowlevel&gt;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python3 tools/runtime_smoke_matrix.py --json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3657600"/>
            <a:ext cx="123444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703320"/>
            <a:ext cx="108813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经验沉淀机制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4069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lessons.md：追加式失败经验日志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43525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constraints.md：沉淀后的长期规则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4636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s6-lessons-delta.md：单次运行的经验增量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49194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user-progress.md：面向用户的关键节点历史与下一步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一页结论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给第一次接触 WorkflowProgram 的读者一个足够准确的心智模型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35640" y="65105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70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19088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71600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17320"/>
            <a:ext cx="7680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它是一个“为 Claude Code 生态设计工作流”的元工作流仓库。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105156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60320"/>
            <a:ext cx="90525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它不是什么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它不是业务应用模板，也不是只靠 prompt 串起来的松散说明文档。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566160"/>
            <a:ext cx="132588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179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 4 个点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三根目录：PLUGIN_ROOT / TARGET_ROOT / RUN_ROOT 必须分清。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27939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三类设计产物：spec 是真源，view 是概览，lowlevel 是维护指导。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58114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运行主链：workflow-entry -&gt; managed-assets -&gt; workflow-runner -&gt; validate -&gt; S5 judge。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882896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维护闭环：validator + smoke + lessons/constraints，保证它不仅能设计，还能长期演进。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8523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330952"/>
            <a:ext cx="7680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配套文档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66928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README：使用者入口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93445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docs/workflowprogram-101/ 与 docs/workflowprogram-flow-slides/：教程与图形化讲解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61996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docs/workflowprogram-design-status.md 与 capability-matrix：文档真源索引与能力对齐矩阵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WorkflowProgram-CN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WorkflowProgram 使用与架构总览</dc:title>
  <dc:subject>WorkflowProgram overview deck</dc:subject>
  <dc:creator>Codex</dc:creator>
  <cp:lastModifiedBy>Codex</cp:lastModifiedBy>
  <cp:revision>1</cp:revision>
  <dcterms:created xsi:type="dcterms:W3CDTF">2026-04-13T03:34:21Z</dcterms:created>
  <dcterms:modified xsi:type="dcterms:W3CDTF">2026-04-13T03:34:21Z</dcterms:modified>
</cp:coreProperties>
</file>