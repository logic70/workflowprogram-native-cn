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0F2740"/>
          </a:solidFill>
          <a:ln w="12700">
            <a:solidFill>
              <a:srgbClr val="0F27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438912"/>
            <a:ext cx="71323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 流程图文档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7772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从用户触发、skill 路由到脚本控制面与验证链的整体说明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PLUGIN_ROOT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插件模板、脚本、skills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61772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9087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TARGET_ROOT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目标项目 .claude 资产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412480" y="4389120"/>
            <a:ext cx="2926080" cy="960120"/>
          </a:xfrm>
          <a:prstGeom prst="roundRect">
            <a:avLst>
              <a:gd name="adj" fmla="val 7619"/>
            </a:avLst>
          </a:prstGeom>
          <a:solidFill>
            <a:srgbClr val="FCEAD8"/>
          </a:solidFill>
          <a:ln w="12700">
            <a:solidFill>
              <a:srgbClr val="E5B98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85632" y="4434840"/>
            <a:ext cx="277977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运行证据与中间产物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749040" y="4873752"/>
            <a:ext cx="8229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43800" y="4873752"/>
            <a:ext cx="7772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13" name="Text 11"/>
          <p:cNvSpPr/>
          <p:nvPr/>
        </p:nvSpPr>
        <p:spPr>
          <a:xfrm>
            <a:off x="822960" y="3017520"/>
            <a:ext cx="1078992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核心结论：WorkflowProgram 不是一组 prompt，而是一条“AI 设计 + Python 控制面 + S5 判定”的产品化链路。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868680" y="1965960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显式入口 / 自然语言入口都会落到确定性的脚本链，而不是只靠模型自由发挥。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68680" y="2350008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控制面由 workflow-entry.py 与 workflow-runner.py 负责，最终 workflow 级结论由 S5 judge 给出。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2734056"/>
            <a:ext cx="10515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经验积累通过 lessons 与 constraints 回流，服务下一轮设计与验证。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1 页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1. 总体主链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用户请求如何流经 skill、入口脚本、runner 与验证链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1280160" cy="621792"/>
          </a:xfrm>
          <a:prstGeom prst="roundRect">
            <a:avLst>
              <a:gd name="adj" fmla="val 11765"/>
            </a:avLst>
          </a:prstGeom>
          <a:solidFill>
            <a:srgbClr val="E8EEF5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417320"/>
            <a:ext cx="1133856" cy="53035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用户请求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057400" y="1051560"/>
            <a:ext cx="1737360" cy="530352"/>
          </a:xfrm>
          <a:prstGeom prst="roundRect">
            <a:avLst>
              <a:gd name="adj" fmla="val 13793"/>
            </a:avLst>
          </a:prstGeom>
          <a:solidFill>
            <a:srgbClr val="E6F4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130552" y="1097280"/>
            <a:ext cx="159105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自然语言请求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057400" y="1783080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F1F7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0552" y="1828800"/>
            <a:ext cx="15910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 /develop 或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60520" y="1005840"/>
            <a:ext cx="1965960" cy="594360"/>
          </a:xfrm>
          <a:prstGeom prst="roundRect">
            <a:avLst>
              <a:gd name="adj" fmla="val 12308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33672" y="1051560"/>
            <a:ext cx="1819656" cy="5029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workflowprogram-orchestrate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60520" y="1783080"/>
            <a:ext cx="1965960" cy="749808"/>
          </a:xfrm>
          <a:prstGeom prst="roundRect">
            <a:avLst>
              <a:gd name="adj" fmla="val 9756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33672" y="1828800"/>
            <a:ext cx="1819656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 / iterate / validate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65392" y="1481328"/>
            <a:ext cx="1783080" cy="658368"/>
          </a:xfrm>
          <a:prstGeom prst="roundRect">
            <a:avLst>
              <a:gd name="adj" fmla="val 11111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8544" y="1527048"/>
            <a:ext cx="163677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D3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641080" y="1115568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4232" y="1161288"/>
            <a:ext cx="131673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managed-assets.py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41080" y="1874520"/>
            <a:ext cx="146304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14232" y="1920240"/>
            <a:ext cx="131673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0287000" y="1444752"/>
            <a:ext cx="1417320" cy="804672"/>
          </a:xfrm>
          <a:prstGeom prst="roundRect">
            <a:avLst>
              <a:gd name="adj" fmla="val 9091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0152" y="1490472"/>
            <a:ext cx="127101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workflow-s5-judge.py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 flipV="1">
            <a:off x="1783080" y="1316990"/>
            <a:ext cx="29337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1783080" y="1682496"/>
            <a:ext cx="274320" cy="45720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3794760" y="1298448"/>
            <a:ext cx="365760" cy="18288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794760" y="2139696"/>
            <a:ext cx="36576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126480" y="1307465"/>
            <a:ext cx="438785" cy="50292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126480" y="1810385"/>
            <a:ext cx="438785" cy="635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 flipV="1">
            <a:off x="8347710" y="1458595"/>
            <a:ext cx="315595" cy="324485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348472" y="1810512"/>
            <a:ext cx="292608" cy="347472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0104120" y="1847088"/>
            <a:ext cx="182880" cy="310896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05840" y="3931920"/>
            <a:ext cx="2194560" cy="658368"/>
          </a:xfrm>
          <a:prstGeom prst="roundRect">
            <a:avLst>
              <a:gd name="adj" fmla="val 11111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78992" y="3977640"/>
            <a:ext cx="20482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TARGET_ROOT/.claude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840480" y="3749040"/>
            <a:ext cx="2514600" cy="960120"/>
          </a:xfrm>
          <a:prstGeom prst="roundRect">
            <a:avLst>
              <a:gd name="adj" fmla="val 7619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913632" y="3794760"/>
            <a:ext cx="2368296" cy="8686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RUN_ROOT/state.json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RUN_ROOT/events.jsonl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runner-summary.json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903720" y="3822192"/>
            <a:ext cx="2560320" cy="822960"/>
          </a:xfrm>
          <a:prstGeom prst="roundRect">
            <a:avLst>
              <a:gd name="adj" fmla="val 8889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976872" y="3867912"/>
            <a:ext cx="2414016" cy="7315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validation-runtime-report.md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s5-validation-summary.json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0012680" y="393192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E8EEF5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85832" y="3977640"/>
            <a:ext cx="15910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lessons.md / constraints.md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372600" y="4224528"/>
            <a:ext cx="64008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246120" y="4261104"/>
            <a:ext cx="594360" cy="0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6355080" y="4224528"/>
            <a:ext cx="54864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685800" y="5257800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自然语言请求优先进入 orchestrate，再被 route-intent.py 路由到叶子 skill。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85800" y="5568696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 /develop 或 workflowprogram-develop 不会回跳到 orchestrate，它们直接进入 develop 主链。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685800" y="5879592"/>
            <a:ext cx="109728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workflow-entry.py 是 skill 与控制面脚本之间的桥，workflow-runner.py 只负责确定性的 stage 转移与状态落盘。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2 页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2. 模块一：触发与路由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重点回答：develop 不会跳到 orchestrate，只有自然语言请求会先经过 orchestrate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325880"/>
            <a:ext cx="2011680" cy="502920"/>
          </a:xfrm>
          <a:prstGeom prst="roundRect">
            <a:avLst>
              <a:gd name="adj" fmla="val 1454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3232" y="1371600"/>
            <a:ext cx="1865376" cy="4114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显式入口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011680"/>
            <a:ext cx="100584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96112" y="2057400"/>
            <a:ext cx="85953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/develop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2011680"/>
            <a:ext cx="1783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47672" y="2057400"/>
            <a:ext cx="16367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143000" y="2926080"/>
            <a:ext cx="1920240" cy="594360"/>
          </a:xfrm>
          <a:prstGeom prst="roundRect">
            <a:avLst>
              <a:gd name="adj" fmla="val 12308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16152" y="2971800"/>
            <a:ext cx="1773936" cy="5029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直接进入 develop 主链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325880" y="2560320"/>
            <a:ext cx="64008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2331720" y="2560320"/>
            <a:ext cx="411480" cy="36576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709160" y="1325880"/>
            <a:ext cx="2103120" cy="502920"/>
          </a:xfrm>
          <a:prstGeom prst="roundRect">
            <a:avLst>
              <a:gd name="adj" fmla="val 14545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82312" y="1371600"/>
            <a:ext cx="1956816" cy="41148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自然语言入口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846320" y="1965960"/>
            <a:ext cx="2011680" cy="566928"/>
          </a:xfrm>
          <a:prstGeom prst="roundRect">
            <a:avLst>
              <a:gd name="adj" fmla="val 1290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19472" y="2011680"/>
            <a:ext cx="186537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workflowprogram-orchestrate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12080" y="2816352"/>
            <a:ext cx="123444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862072"/>
            <a:ext cx="1088136" cy="420624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657600"/>
            <a:ext cx="2468880" cy="749808"/>
          </a:xfrm>
          <a:prstGeom prst="roundRect">
            <a:avLst>
              <a:gd name="adj" fmla="val 9756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90872" y="3703320"/>
            <a:ext cx="2322576" cy="65836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workflowprogram-develop /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E6B45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audit / iterate / validate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852160" y="2532888"/>
            <a:ext cx="0" cy="28346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52160" y="3328416"/>
            <a:ext cx="0" cy="32918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18120" y="1463040"/>
            <a:ext cx="1325880" cy="411480"/>
          </a:xfrm>
          <a:prstGeom prst="roundRect">
            <a:avLst>
              <a:gd name="adj" fmla="val 17778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891272" y="1508760"/>
            <a:ext cx="1179576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严格模式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35240" y="2057400"/>
            <a:ext cx="17373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08392" y="2103120"/>
            <a:ext cx="15910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若关键词并列或零分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 返回歧义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498080" y="3063240"/>
            <a:ext cx="2011680" cy="786384"/>
          </a:xfrm>
          <a:prstGeom prst="roundRect">
            <a:avLst>
              <a:gd name="adj" fmla="val 9302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71232" y="3108960"/>
            <a:ext cx="1865376" cy="694944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strict 模式下阻断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非 strict 模式下回退到 develop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503920" y="2715768"/>
            <a:ext cx="0" cy="347472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731520" y="5074920"/>
            <a:ext cx="91440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04672" y="5120640"/>
            <a:ext cx="768096" cy="2743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结论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914400" y="553212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不存在“develop 先调用 orchestrate 再回来”的运行链路。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5824728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orchestrate 只承担自然语言总入口；叶子 skill 负责实际业务主链。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6117336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即便显式进入 develop，workflow-entry.py 仍会再调用 route-intent.py，用于记录路由证据和检查冲突，而不是切换 skill。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3 页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3. 模块二：AI 与 Python 如何切换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切换媒介不是函数互调，而是 shell 命令 + 产物文件 + JSON 摘要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" y="123444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DCEBFA"/>
          </a:solidFill>
          <a:ln w="12700">
            <a:solidFill>
              <a:srgbClr val="DCEBF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07592"/>
            <a:ext cx="14173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/ Skill 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94360" y="3794760"/>
            <a:ext cx="1417320" cy="502920"/>
          </a:xfrm>
          <a:prstGeom prst="roundRect">
            <a:avLst>
              <a:gd name="adj" fmla="val 9091"/>
            </a:avLst>
          </a:prstGeom>
          <a:solidFill>
            <a:srgbClr val="FFF3E4"/>
          </a:solidFill>
          <a:ln w="12700">
            <a:solidFill>
              <a:srgbClr val="FFF3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3867912"/>
            <a:ext cx="1417320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Python / 控制面层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148840" y="2971800"/>
            <a:ext cx="914400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331720" y="1325880"/>
            <a:ext cx="150876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04872" y="1371600"/>
            <a:ext cx="136245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 command / skill 文本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840480" y="1682496"/>
            <a:ext cx="22860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069080" y="13258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42232" y="1371600"/>
            <a:ext cx="149961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澄清需求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设计 workflow-spec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715000" y="1682496"/>
            <a:ext cx="27432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989320" y="1325880"/>
            <a:ext cx="15544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62472" y="1371600"/>
            <a:ext cx="140817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生成 candidate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.claude 资产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543800" y="1682496"/>
            <a:ext cx="27432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1325880"/>
            <a:ext cx="192024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891272" y="1371600"/>
            <a:ext cx="177393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执行 shell 命令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9738360" y="1682496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10058400" y="1325880"/>
            <a:ext cx="164592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2700">
            <a:solidFill>
              <a:srgbClr val="A7C8E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31552" y="1371600"/>
            <a:ext cx="1499616" cy="62179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读取结果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继续 validate / 汇报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514600" y="3886200"/>
            <a:ext cx="12344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587752" y="3931920"/>
            <a:ext cx="10881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route-intent.py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749040" y="4215384"/>
            <a:ext cx="18288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3931920" y="3886200"/>
            <a:ext cx="16459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05072" y="3931920"/>
            <a:ext cx="149961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validate-workflow-spec.py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4215384"/>
            <a:ext cx="2286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5806440" y="3886200"/>
            <a:ext cx="16916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879592" y="3931920"/>
            <a:ext cx="15453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generate-workflow-view.py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498080" y="4215384"/>
            <a:ext cx="2286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7726680" y="3886200"/>
            <a:ext cx="141732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99832" y="3931920"/>
            <a:ext cx="127101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managed-assets.py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144000" y="4215384"/>
            <a:ext cx="18288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326880" y="388620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00032" y="3931920"/>
            <a:ext cx="136245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0835640" y="4215384"/>
            <a:ext cx="155448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10991088" y="3886200"/>
            <a:ext cx="100584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064240" y="3931920"/>
            <a:ext cx="859536" cy="56692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validate-run-state.py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366760" y="2039112"/>
            <a:ext cx="411480" cy="1847088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43" name="Shape 41"/>
          <p:cNvSpPr/>
          <p:nvPr/>
        </p:nvSpPr>
        <p:spPr>
          <a:xfrm>
            <a:off x="10058400" y="2039112"/>
            <a:ext cx="640080" cy="2505456"/>
          </a:xfrm>
          <a:prstGeom prst="line">
            <a:avLst/>
          </a:prstGeom>
          <a:noFill/>
          <a:ln w="12700">
            <a:solidFill>
              <a:srgbClr val="1E6B45"/>
            </a:solidFill>
            <a:prstDash val="solid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2377440" y="507492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450592" y="5120640"/>
            <a:ext cx="168249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文件 / JSON 交接物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2468880" y="5486400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-&gt; Python：通过 shell 命令传参，例如 --spec、--run-root、--entry-skill、--request。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2468880" y="5779008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Python -&gt; AI：通过 entry-orchestration-summary.json、state.json、events.jsonl、runner-summary.json、validation 报告交回。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2468880" y="6071616"/>
            <a:ext cx="89611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这意味着设计是 AI 主导的，控制面语义与约束执行是 Python 主导的。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4 页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4. 模块三：develop 主链与阶段模型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S1-S6 中，哪些环节更偏 AI，哪些环节更偏脚本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S1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需求澄清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主导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草案 -&gt; validate-workflow-draft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56032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DFF3EE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63347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S2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上下文研究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256032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9FD2C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/ 子代理主导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收集 repo 与领域上下文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6052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43484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0799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S3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YAML 设计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43484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0799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AI 产出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validate-workflow-spec 把关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03504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S4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受控写入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30936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251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 + managed-assets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冲突则停在这里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90956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818388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5703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验证判定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18388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5703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+ workflow-s5-judge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9784080" y="1819656"/>
            <a:ext cx="210312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10058400" y="1417320"/>
            <a:ext cx="1600200" cy="804672"/>
          </a:xfrm>
          <a:prstGeom prst="roundRect">
            <a:avLst>
              <a:gd name="adj" fmla="val 9091"/>
            </a:avLst>
          </a:prstGeom>
          <a:solidFill>
            <a:srgbClr val="EAF0F6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131552" y="1463040"/>
            <a:ext cx="1453896" cy="71323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S6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经验回流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058400" y="2487168"/>
            <a:ext cx="160020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131552" y="2532888"/>
            <a:ext cx="1453896" cy="8961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/ constraints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形成下一轮输入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777240" y="4023360"/>
            <a:ext cx="146304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0392" y="4069080"/>
            <a:ext cx="131673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实际固定脚本主链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914400" y="4480560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AI 负责设计与候选产物；一旦进入 S4，workflow-entry.py 就把主链固定为脚本执行。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914400" y="4764024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workflow-runner.py 负责 stage 转移、required_evidence 检查、approval_status 与 failure_kind 等控制面状态。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14400" y="5047488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S5 不是 runner 的职责；S5 主判定在 workflowprogram-validate / workflow-s5-judge.py。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914400" y="5330952"/>
            <a:ext cx="1042416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S6 的目标不是重跑流程，而是把本次运行提炼成 lessons、constraints candidates 和用户进度摘要。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5 页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5905"/>
            <a:ext cx="9361805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5. 模块四：workflow-entry.py 与 workflow-runner.py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入口编排层负责串脚本，runner 负责控制面状态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2286000" cy="640080"/>
          </a:xfrm>
          <a:prstGeom prst="roundRect">
            <a:avLst>
              <a:gd name="adj" fmla="val 11429"/>
            </a:avLst>
          </a:prstGeom>
          <a:solidFill>
            <a:srgbClr val="F6E8FF"/>
          </a:solidFill>
          <a:ln w="12700">
            <a:solidFill>
              <a:srgbClr val="C5A6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71600"/>
            <a:ext cx="2139696" cy="5486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D3A9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workflow-entry.py run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68680" y="214884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解析显式 entry_skill 与 intent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414016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校验 workflow-spec.yaml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2679192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生成 workflow-view.md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944368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develop 时执行 managed apply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3209544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无冲突后调用 workflow-runner.py run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474720"/>
            <a:ext cx="27432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最后校验 state.json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977640" y="132588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050792" y="1371600"/>
            <a:ext cx="2185416" cy="5486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workflow-runner.py run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114800" y="214884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按 intent_flows 计算实际 stage 链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114800" y="241401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执行 S0-S6 控制面转移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114800" y="267919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写 state.json / events.jsonl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114800" y="294436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写 runner-summary.json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114800" y="3209544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检查 required_evidence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114800" y="347472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校验 failure_kind 与环境 skip 语义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60920" y="1325880"/>
            <a:ext cx="1371600" cy="411480"/>
          </a:xfrm>
          <a:prstGeom prst="roundRect">
            <a:avLst>
              <a:gd name="adj" fmla="val 1777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34072" y="1371600"/>
            <a:ext cx="1225296" cy="32004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关键边界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406640" y="192024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develop 流程若 managed-assets.py 发现冲突，entry 会停在 runner 之前。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06640" y="219456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runner 只负责控制面，不负责 workflow 级最终 verdict。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7406640" y="246888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显式 develop 不会切回 orchestrate；route-intent 只用于证据与冲突检查。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406640" y="2743200"/>
            <a:ext cx="3749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runner 结束后仍要经过 validate-run-state.py 与 S5 judge。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68680" y="4800600"/>
            <a:ext cx="1188720" cy="384048"/>
          </a:xfrm>
          <a:prstGeom prst="roundRect">
            <a:avLst>
              <a:gd name="adj" fmla="val 19048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41832" y="4215130"/>
            <a:ext cx="1042416" cy="2926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主要产物</a:t>
            </a:r>
            <a:endParaRPr lang="en-US" sz="12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/>
        </p:nvGraphicFramePr>
        <p:xfrm>
          <a:off x="868680" y="4626610"/>
          <a:ext cx="10789920" cy="1243584"/>
        </p:xfrm>
        <a:graphic>
          <a:graphicData uri="http://schemas.openxmlformats.org/drawingml/2006/table">
            <a:tbl>
              <a:tblPr/>
              <a:tblGrid>
                <a:gridCol w="3596640"/>
                <a:gridCol w="3596640"/>
                <a:gridCol w="3596640"/>
              </a:tblGrid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文件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产生者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作用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entry-orchestration-summary.json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workflow-entry.py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记录这次为什么走到某个入口与脚本链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state.json / events.jsonl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控制面状态与事件流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runner-summary.json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摘要化的 transition / artifact 统计</a:t>
                      </a:r>
                      <a:endParaRPr lang="en-US" sz="11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45720" marR="45720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1" name="Shape 28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6 页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6. 模块五：验证链与 S5 主判定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区分控制面证据、动态 harness、以及 workflow 级 verdict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1554480" cy="566928"/>
          </a:xfrm>
          <a:prstGeom prst="roundRect">
            <a:avLst>
              <a:gd name="adj" fmla="val 1290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140817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8621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RUN_ROOT 证据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0" y="1417320"/>
            <a:ext cx="1965960" cy="566928"/>
          </a:xfrm>
          <a:prstGeom prst="roundRect">
            <a:avLst>
              <a:gd name="adj" fmla="val 1290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16352" y="1463040"/>
            <a:ext cx="18196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workflowprogram-validate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25780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30952" y="1463040"/>
            <a:ext cx="15910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workflow-s5-judge.py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498080" y="1280160"/>
            <a:ext cx="224028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71232" y="1325880"/>
            <a:ext cx="2093976" cy="74980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validation-runtime-report.md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A13B3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s5-validation-summary.json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104120" y="1417320"/>
            <a:ext cx="1737360" cy="566928"/>
          </a:xfrm>
          <a:prstGeom prst="roundRect">
            <a:avLst>
              <a:gd name="adj" fmla="val 12903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177272" y="1463040"/>
            <a:ext cx="1591056" cy="475488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lessons / constraints 候选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286000" y="1700784"/>
            <a:ext cx="457200" cy="0"/>
          </a:xfrm>
          <a:prstGeom prst="line">
            <a:avLst/>
          </a:prstGeom>
          <a:noFill/>
          <a:ln w="12700">
            <a:solidFill>
              <a:srgbClr val="A8621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709160" y="1700784"/>
            <a:ext cx="54864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995160" y="1700784"/>
            <a:ext cx="502920" cy="0"/>
          </a:xfrm>
          <a:prstGeom prst="line">
            <a:avLst/>
          </a:prstGeom>
          <a:noFill/>
          <a:ln w="12700">
            <a:solidFill>
              <a:srgbClr val="A13B3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9738360" y="1700784"/>
            <a:ext cx="3657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331720" y="3063240"/>
            <a:ext cx="1554480" cy="54864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04872" y="3108960"/>
            <a:ext cx="14081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runtime_smoke.py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4206240" y="3063240"/>
            <a:ext cx="1325880" cy="548640"/>
          </a:xfrm>
          <a:prstGeom prst="roundRect">
            <a:avLst>
              <a:gd name="adj" fmla="val 1333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79392" y="3108960"/>
            <a:ext cx="1179576" cy="45720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runtime_host.py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897880" y="2907792"/>
            <a:ext cx="17373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71032" y="2953512"/>
            <a:ext cx="1591056" cy="768096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claude_cli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command_adapter /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fixture_host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46720" y="2907792"/>
            <a:ext cx="1965960" cy="859536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19872" y="2953512"/>
            <a:ext cx="1819656" cy="768096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transcript.md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before/after snapshot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provider 结果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886200" y="3346704"/>
            <a:ext cx="32004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532120" y="3346704"/>
            <a:ext cx="36576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635240" y="3346704"/>
            <a:ext cx="411480" cy="0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6217920" y="1984248"/>
            <a:ext cx="2788920" cy="923544"/>
          </a:xfrm>
          <a:prstGeom prst="line">
            <a:avLst/>
          </a:prstGeom>
          <a:noFill/>
          <a:ln w="12700">
            <a:solidFill>
              <a:srgbClr val="1F5A91"/>
            </a:solidFill>
            <a:prstDash val="solid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68680" y="4709160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workflowprogram-validate 是 S5 主入口，workflow-s5-judge.py 才是实际 contract-aware 判定器。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68680" y="5020056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runtime_smoke.py 不是主判定来源；它负责真实运行、抓 transcript / snapshot / provider 输出，并把这些证据补给 judge。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" y="5330952"/>
            <a:ext cx="106070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state.json / events.jsonl 属于控制面证据，S5 会消费它们，但不拥有它们。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7 页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7. 模块六：关键 skill / 脚本地图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一页看清每个模块的职责、输入与输出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/>
        </p:nvGraphicFramePr>
        <p:xfrm>
          <a:off x="502920" y="1234440"/>
          <a:ext cx="11155680" cy="3822192"/>
        </p:xfrm>
        <a:graphic>
          <a:graphicData uri="http://schemas.openxmlformats.org/drawingml/2006/table">
            <a:tbl>
              <a:tblPr/>
              <a:tblGrid>
                <a:gridCol w="2788920"/>
                <a:gridCol w="2788920"/>
                <a:gridCol w="2788920"/>
                <a:gridCol w="2788920"/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模块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核心文件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主要职责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典型输出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总入口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workflowprogram-orchestrate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承接自然语言请求并路由到叶子 skill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路由结论、目标 skill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叶子设计入口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workflowprogram-develop / /develop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澄清需求、生成 spec 与 candidate 资产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workflow-spec.yaml, candidate/.claude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意图路由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route-intent.py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把请求映射到 develop / audit / iterate / validate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intent, entry_skill, confidence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确定性入口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workflow-entry.py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把 prompt 层顺序固定成脚本链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entry-orchestration-summary.json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受控写入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managed-assets.py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plan / apply-staged，处理覆盖与冲突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managed-change-plan/result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控制面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workflow-runner.py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stage 转移、状态落盘、required_evidence 检查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state.json, events.jsonl, runner-summary.json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状态校验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validate-run-state.py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校验 runner 落盘状态是否合法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run-state verdict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S5 主判定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workflowprogram-validate + workflow-s5-judge.py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根据 runtime_contract / test_contract 给 workflow verdict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runtime report, s5 summary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动态 harness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runtime_smoke.py + runtime_host.py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真跑一轮并补 transcript / snapshot / provider 证据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transcript, snapshots, smoke summary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经验回流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lessons.md / constraints.md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沉淀可复用经验，影响下一轮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7324D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0"/>
                        </a:rPr>
                        <a:t>lessons, rules</a:t>
                      </a:r>
                      <a:endParaRPr lang="en-US" sz="100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</a:endParaRPr>
                    </a:p>
                  </a:txBody>
                  <a:tcPr marL="36576" marR="36576" marT="36576" marB="36576">
                    <a:lnL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7C6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8 页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79552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8. 常见问题结论页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457200" y="704088"/>
            <a:ext cx="106984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把前面几页的关键信息压缩成可直接复述的答案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457200" y="9601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6960" y="274320"/>
            <a:ext cx="16459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1F5A9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WorkflowProgram-CN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DCEBFA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46304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Q1. develop 是怎么跳到 orchestrate 的？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846320" y="141732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9DBDD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919472" y="146304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不会跳。自然语言请求优先进入 orchestrate；显式 /develop 或 workflowprogram-develop 直接进入 develop 主链。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242316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FF3E4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46888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Q2. AI 和 Python 是怎么来回切换的？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46320" y="242316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E7BF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246888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通过 shell 命令与产物文件交接。AI 设计与决策，Python 固化约束、执行控制面、落状态与给判定。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42900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FDEAE9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347472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Q3. workflow-runner.py 是谁触发的？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342900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D8A5A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19472" y="347472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由 workflow-entry.py 在 run_runner() 中起子进程调用；develop 流程里还要先过 managed-assets 的冲突门禁。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4434840"/>
            <a:ext cx="3840480" cy="530352"/>
          </a:xfrm>
          <a:prstGeom prst="roundRect">
            <a:avLst>
              <a:gd name="adj" fmla="val 13793"/>
            </a:avLst>
          </a:prstGeom>
          <a:solidFill>
            <a:srgbClr val="EAF0F6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4480560"/>
            <a:ext cx="3694176" cy="438912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0F274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Q4. 最终 workflow 是否按设计执行，由谁说了算？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4434840"/>
            <a:ext cx="649224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12700">
            <a:solidFill>
              <a:srgbClr val="AEBFD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19472" y="4480560"/>
            <a:ext cx="6345936" cy="438912"/>
          </a:xfrm>
          <a:prstGeom prst="rect">
            <a:avLst/>
          </a:prstGeom>
          <a:noFill/>
        </p:spPr>
        <p:txBody>
          <a:bodyPr wrap="square" lIns="762" tIns="762" rIns="762" bIns="762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不是 runner，而是 workflowprogram-validate + workflow-s5-judge.py；runtime_smoke.py 只负责补动态证据。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349240"/>
            <a:ext cx="1234440" cy="365760"/>
          </a:xfrm>
          <a:prstGeom prst="roundRect">
            <a:avLst>
              <a:gd name="adj" fmla="val 20000"/>
            </a:avLst>
          </a:prstGeom>
          <a:solidFill>
            <a:srgbClr val="EAF0F6"/>
          </a:solidFill>
          <a:ln w="12700">
            <a:solidFill>
              <a:srgbClr val="B7C6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50392" y="5394960"/>
            <a:ext cx="1088136" cy="274320"/>
          </a:xfrm>
          <a:prstGeom prst="rect">
            <a:avLst/>
          </a:prstGeom>
          <a:noFill/>
        </p:spPr>
        <p:txBody>
          <a:bodyPr wrap="square" lIns="381" tIns="381" rIns="381" bIns="381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建议阅读顺序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先看“总体主链”和“触发与路由”，弄清 skill 之间谁先谁后。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598932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再看“AI 与 Python 切换”和“workflow-entry / runner”，理解真正的控制权交接点。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14400" y="6263640"/>
            <a:ext cx="102412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7324D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• 最后看“验证链”和“文件地图”，对照代码读实现最省时间。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155680" cy="0"/>
          </a:xfrm>
          <a:prstGeom prst="line">
            <a:avLst/>
          </a:prstGeom>
          <a:noFill/>
          <a:ln w="12700">
            <a:solidFill>
              <a:srgbClr val="B7C6D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789920" y="6492240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08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第 9 页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5614</Words>
  <Application>WPS 演示</Application>
  <PresentationFormat>On-screen Show (16:9)</PresentationFormat>
  <Paragraphs>447</Paragraphs>
  <Slides>9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微软雅黑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WorkflowProgram-CN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WorkflowProgram 流程图文档</dc:title>
  <dc:creator>Codex</dc:creator>
  <dc:subject>WorkflowProgram overall flow and module map</dc:subject>
  <cp:lastModifiedBy>WPS_1494048660</cp:lastModifiedBy>
  <cp:revision>4</cp:revision>
  <dcterms:created xsi:type="dcterms:W3CDTF">2026-04-10T09:31:00Z</dcterms:created>
  <dcterms:modified xsi:type="dcterms:W3CDTF">2026-04-13T02:50:17Z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1FE14577F5D2494C9C09A1A72DE91F58_12</vt:lpwstr>
  </property>
  <property fmtid="{D5CDD505-2E9C-101B-9397-08002B2CF9AE}" pid="3" name="KSOProductBuildVer">
    <vt:lpwstr>2052-12.1.0.25225</vt:lpwstr>
  </property>
</Properties>
</file>